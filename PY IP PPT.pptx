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lexandria Bold" charset="1" panose="00000000000000000000"/>
      <p:regular r:id="rId13"/>
    </p:embeddedFont>
    <p:embeddedFont>
      <p:font typeface="Garet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73114" y="3923169"/>
            <a:ext cx="5098994" cy="770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1"/>
              </a:lnSpc>
            </a:pPr>
            <a:r>
              <a:rPr lang="en-US" sz="4529" b="true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Prepared BY :-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73114" y="4735313"/>
            <a:ext cx="14141142" cy="338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3"/>
              </a:lnSpc>
            </a:pPr>
            <a:r>
              <a:rPr lang="en-US" sz="383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Name :- Amipara Rimal </a:t>
            </a:r>
          </a:p>
          <a:p>
            <a:pPr algn="l">
              <a:lnSpc>
                <a:spcPts val="5373"/>
              </a:lnSpc>
            </a:pPr>
            <a:r>
              <a:rPr lang="en-US" sz="383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Roll No. :- 105</a:t>
            </a:r>
          </a:p>
          <a:p>
            <a:pPr algn="l">
              <a:lnSpc>
                <a:spcPts val="5373"/>
              </a:lnSpc>
            </a:pPr>
            <a:r>
              <a:rPr lang="en-US" sz="383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Enrollment No. :- 23002170210004</a:t>
            </a:r>
          </a:p>
          <a:p>
            <a:pPr algn="l">
              <a:lnSpc>
                <a:spcPts val="5373"/>
              </a:lnSpc>
            </a:pPr>
            <a:r>
              <a:rPr lang="en-US" sz="383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Div. :- C4</a:t>
            </a:r>
          </a:p>
          <a:p>
            <a:pPr algn="l">
              <a:lnSpc>
                <a:spcPts val="5373"/>
              </a:lnSpc>
            </a:pPr>
            <a:r>
              <a:rPr lang="en-US" sz="383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Branch :- IT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2668325" y="914400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FINEEDGE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844143" y="0"/>
            <a:ext cx="3443857" cy="917887"/>
          </a:xfrm>
          <a:custGeom>
            <a:avLst/>
            <a:gdLst/>
            <a:ahLst/>
            <a:cxnLst/>
            <a:rect r="r" b="b" t="t" l="l"/>
            <a:pathLst>
              <a:path h="917887" w="3443857">
                <a:moveTo>
                  <a:pt x="0" y="0"/>
                </a:moveTo>
                <a:lnTo>
                  <a:pt x="3443857" y="0"/>
                </a:lnTo>
                <a:lnTo>
                  <a:pt x="3443857" y="917887"/>
                </a:lnTo>
                <a:lnTo>
                  <a:pt x="0" y="91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3857" y="4840088"/>
            <a:ext cx="11400286" cy="230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 Django-based online banking solution designed to streamline digital financial services such as money transfers, UPI payments, user profile management, account tracking, and more.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844143" y="0"/>
            <a:ext cx="3443857" cy="917887"/>
          </a:xfrm>
          <a:custGeom>
            <a:avLst/>
            <a:gdLst/>
            <a:ahLst/>
            <a:cxnLst/>
            <a:rect r="r" b="b" t="t" l="l"/>
            <a:pathLst>
              <a:path h="917887" w="3443857">
                <a:moveTo>
                  <a:pt x="0" y="0"/>
                </a:moveTo>
                <a:lnTo>
                  <a:pt x="3443857" y="0"/>
                </a:lnTo>
                <a:lnTo>
                  <a:pt x="3443857" y="917887"/>
                </a:lnTo>
                <a:lnTo>
                  <a:pt x="0" y="91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577191"/>
            <a:ext cx="16230600" cy="1260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8"/>
              </a:lnSpc>
            </a:pPr>
            <a:r>
              <a:rPr lang="en-US" b="true" sz="73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2048554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FEATURES</a:t>
            </a:r>
          </a:p>
        </p:txBody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97783" y="4188455"/>
            <a:ext cx="15388047" cy="405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🔐 Secure Account Creation and unique UPI ID generation.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💸 Money Transfer (IMPS/NEFT) between verified users.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📱 UPI Payment with validation &amp; balance check.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📃 Transaction Logs &amp; recent activity tracking.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📝 Profile &amp; Location Update system.</a:t>
            </a:r>
          </a:p>
          <a:p>
            <a:pPr algn="l" marL="705747" indent="-352873" lvl="1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🏦 Separate Pages for Debit/Credit Cards, Investment, Statements.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844143" y="0"/>
            <a:ext cx="3443857" cy="917887"/>
          </a:xfrm>
          <a:custGeom>
            <a:avLst/>
            <a:gdLst/>
            <a:ahLst/>
            <a:cxnLst/>
            <a:rect r="r" b="b" t="t" l="l"/>
            <a:pathLst>
              <a:path h="917887" w="3443857">
                <a:moveTo>
                  <a:pt x="0" y="0"/>
                </a:moveTo>
                <a:lnTo>
                  <a:pt x="3443857" y="0"/>
                </a:lnTo>
                <a:lnTo>
                  <a:pt x="3443857" y="917887"/>
                </a:lnTo>
                <a:lnTo>
                  <a:pt x="0" y="91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1986641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FUTURE SCOPE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63576" y="4389103"/>
            <a:ext cx="14586467" cy="4050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💳 Full Card Management (block/unblock, set PIN, toggle tap &amp; pay).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📊 Admin Dashboard for analytics and fraud detection.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🤖 AI-based Loan Approval and financial suggestions.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🔔 Email &amp; SMS Alerts for transactions and updates.</a:t>
            </a:r>
          </a:p>
          <a:p>
            <a:pPr algn="l" marL="705747" indent="-352873" lvl="1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📱 Mobile App Integration with React Native or Flutter.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844143" y="0"/>
            <a:ext cx="3443857" cy="917887"/>
          </a:xfrm>
          <a:custGeom>
            <a:avLst/>
            <a:gdLst/>
            <a:ahLst/>
            <a:cxnLst/>
            <a:rect r="r" b="b" t="t" l="l"/>
            <a:pathLst>
              <a:path h="917887" w="3443857">
                <a:moveTo>
                  <a:pt x="0" y="0"/>
                </a:moveTo>
                <a:lnTo>
                  <a:pt x="3443857" y="0"/>
                </a:lnTo>
                <a:lnTo>
                  <a:pt x="3443857" y="917887"/>
                </a:lnTo>
                <a:lnTo>
                  <a:pt x="0" y="91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18479" y="1719941"/>
            <a:ext cx="12176116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TECHNOLOGIES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41438" y="4363838"/>
            <a:ext cx="12353157" cy="288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Backend: Django, SQLite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Frontend: HTML, CSS, Bootstrap (Django templates)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Security: Django's built-in auth system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Others: Python, Regex (UPI validation), Messages Framework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844143" y="0"/>
            <a:ext cx="3443857" cy="917887"/>
          </a:xfrm>
          <a:custGeom>
            <a:avLst/>
            <a:gdLst/>
            <a:ahLst/>
            <a:cxnLst/>
            <a:rect r="r" b="b" t="t" l="l"/>
            <a:pathLst>
              <a:path h="917887" w="3443857">
                <a:moveTo>
                  <a:pt x="0" y="0"/>
                </a:moveTo>
                <a:lnTo>
                  <a:pt x="3443857" y="0"/>
                </a:lnTo>
                <a:lnTo>
                  <a:pt x="3443857" y="917887"/>
                </a:lnTo>
                <a:lnTo>
                  <a:pt x="0" y="91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84643" y="1632479"/>
            <a:ext cx="14118714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REAL-TIME USE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73584" y="4097138"/>
            <a:ext cx="12771783" cy="4631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🏦 Small Digital Banks needing quick online infrastructure.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🧑‍💼 Financial Startups to prototype digital transaction flow.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🧪 Academic/Research in fintech innovation &amp; user experience.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💼 Demo for Investors looking for online banking ideas.</a:t>
            </a:r>
          </a:p>
          <a:p>
            <a:pPr algn="l">
              <a:lnSpc>
                <a:spcPts val="4576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844143" y="0"/>
            <a:ext cx="3443857" cy="917887"/>
          </a:xfrm>
          <a:custGeom>
            <a:avLst/>
            <a:gdLst/>
            <a:ahLst/>
            <a:cxnLst/>
            <a:rect r="r" b="b" t="t" l="l"/>
            <a:pathLst>
              <a:path h="917887" w="3443857">
                <a:moveTo>
                  <a:pt x="0" y="0"/>
                </a:moveTo>
                <a:lnTo>
                  <a:pt x="3443857" y="0"/>
                </a:lnTo>
                <a:lnTo>
                  <a:pt x="3443857" y="917887"/>
                </a:lnTo>
                <a:lnTo>
                  <a:pt x="0" y="91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4844143" y="0"/>
            <a:ext cx="3443857" cy="917887"/>
          </a:xfrm>
          <a:custGeom>
            <a:avLst/>
            <a:gdLst/>
            <a:ahLst/>
            <a:cxnLst/>
            <a:rect r="r" b="b" t="t" l="l"/>
            <a:pathLst>
              <a:path h="917887" w="3443857">
                <a:moveTo>
                  <a:pt x="0" y="0"/>
                </a:moveTo>
                <a:lnTo>
                  <a:pt x="3443857" y="0"/>
                </a:lnTo>
                <a:lnTo>
                  <a:pt x="3443857" y="917887"/>
                </a:lnTo>
                <a:lnTo>
                  <a:pt x="0" y="917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DAGvWJmE6b4</dc:identifier>
  <dcterms:modified xsi:type="dcterms:W3CDTF">2011-08-01T06:04:30Z</dcterms:modified>
  <cp:revision>1</cp:revision>
  <dc:title>Grey Minimalist Professional Project Presentation</dc:title>
</cp:coreProperties>
</file>